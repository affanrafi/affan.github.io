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7" r:id="rId2"/>
    <p:sldId id="268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AA42A-412B-6A41-21A9-C80B671D19EF}" v="3" dt="2026-08-13T11:41:5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37" Type="http://schemas.microsoft.com/office/2015/10/relationships/revisionInfo" Target="revisionInfo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 smtClean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</a:t>
            </a:r>
            <a:r>
              <a:rPr lang="en-US" sz="2100" b="1" dirty="0" err="1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Jomaih</a:t>
            </a:r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Shell Lubricant Factory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 project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</p:sp>
      <p:sp>
        <p:nvSpPr>
          <p:cNvPr id="7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4343400" cy="320040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8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2574036" y="271576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254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project image 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66360" y="13716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DESCRIPTION</a:t>
            </a:r>
            <a:endParaRPr lang="en-US" sz="950" dirty="0"/>
          </a:p>
        </p:txBody>
      </p:sp>
      <p:sp>
        <p:nvSpPr>
          <p:cNvPr id="11" name="Description box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166360" y="16459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1773936"/>
            <a:ext cx="30998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PV installation for an industrial lubricant manufacturing factory, Designed to maximize on-site renewable energy generation and improve energy efficiency.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66360" y="3154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37398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40233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0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2456"/>
            <a:ext cx="4343400" cy="32095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24877" y="3952050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Turnkey EPC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4877" y="4266718"/>
            <a:ext cx="8114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26480" y="3437358"/>
            <a:ext cx="6078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 smtClean="0">
                <a:solidFill>
                  <a:srgbClr val="45413B"/>
                </a:solidFill>
                <a:latin typeface="Trebuchet MS" pitchFamily="34" charset="0"/>
              </a:rPr>
              <a:t>500 KW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26480" y="3689167"/>
            <a:ext cx="8996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 smtClean="0">
                <a:solidFill>
                  <a:srgbClr val="45413B"/>
                </a:solidFill>
                <a:latin typeface="Trebuchet MS" pitchFamily="34" charset="0"/>
              </a:rPr>
              <a:t>Saudi Arabia</a:t>
            </a:r>
            <a:endParaRPr lang="en-US" sz="100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04  ·  SITE GALLERY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50977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2100" b="1" dirty="0" smtClean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</a:t>
            </a:r>
            <a:r>
              <a:rPr lang="en-US" sz="2100" b="1" dirty="0" err="1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Jomaih</a:t>
            </a:r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Shell Lubricant Factory</a:t>
            </a:r>
            <a:endParaRPr lang="en-US" sz="21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&amp; delivery notes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</p:sp>
      <p:sp>
        <p:nvSpPr>
          <p:cNvPr id="7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8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6824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0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1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4256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3" name="Image placeholder frame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4" name="Placeholder mark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71688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NOTES</a:t>
            </a:r>
            <a:endParaRPr lang="en-US" sz="950" dirty="0"/>
          </a:p>
        </p:txBody>
      </p:sp>
      <p:sp>
        <p:nvSpPr>
          <p:cNvPr id="17" name="Description box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68496"/>
            <a:ext cx="77175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 completed and delivered with a focus on safe installation, quality workmanship and reliable system. </a:t>
            </a:r>
            <a:endParaRPr lang="en-US" sz="10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371600"/>
            <a:ext cx="2606040" cy="19659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94461"/>
            <a:ext cx="2560320" cy="197967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1380003"/>
            <a:ext cx="2575560" cy="19941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bb12b3-bfde-429c-849c-033ed9888e64}" enabled="1" method="Standard" siteId="{90e86ad0-d91a-47cc-9924-6e7b30fcba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1781</TotalTime>
  <Words>91</Words>
  <Application>Microsoft Office PowerPoint</Application>
  <PresentationFormat>On-screen Show (16:9)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Fiza Zareen</dc:creator>
  <cp:lastModifiedBy>Fiza Zareen</cp:lastModifiedBy>
  <cp:revision>36</cp:revision>
  <dcterms:created xsi:type="dcterms:W3CDTF">2026-08-13T11:24:59Z</dcterms:created>
  <dcterms:modified xsi:type="dcterms:W3CDTF">2026-08-23T15:31:21Z</dcterms:modified>
</cp:coreProperties>
</file>