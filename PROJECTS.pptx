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61" r:id="rId2"/>
    <p:sldId id="262" r:id="rId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3AA42A-412B-6A41-21A9-C80B671D19EF}" v="3" dt="2026-08-13T11:41:55.9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931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37" Type="http://schemas.microsoft.com/office/2015/10/relationships/revisionInfo" Target="revisionInfo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E7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B4632B"/>
          </a:solidFill>
          <a:ln/>
        </p:spPr>
      </p:sp>
      <p:sp>
        <p:nvSpPr>
          <p:cNvPr id="3" name="Text 1">
            <a:extLs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840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B463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B29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Amazon Jeddah Solar PV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760720" y="78638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81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2.0 MWp · Jeddah, Saudi Arabia</a:t>
            </a:r>
            <a:endParaRPr lang="en-US" sz="1100" dirty="0"/>
          </a:p>
        </p:txBody>
      </p:sp>
      <p:sp>
        <p:nvSpPr>
          <p:cNvPr id="6" name="Header rule">
            <a:extLs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188720"/>
            <a:ext cx="8046720" cy="13716"/>
          </a:xfrm>
          <a:prstGeom prst="rect">
            <a:avLst/>
          </a:prstGeom>
          <a:solidFill>
            <a:srgbClr val="E2D6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Image placeholder frame">
            <a:extLs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371600"/>
            <a:ext cx="4343400" cy="3200400"/>
          </a:xfrm>
          <a:prstGeom prst="rect">
            <a:avLst/>
          </a:prstGeom>
          <a:solidFill>
            <a:srgbClr val="E4DACA"/>
          </a:solidFill>
          <a:ln w="12700">
            <a:solidFill>
              <a:srgbClr val="CBBDA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8" name="Placeholder mark">
            <a:extLs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2574036" y="2715768"/>
            <a:ext cx="292608" cy="32004"/>
          </a:xfrm>
          <a:prstGeom prst="rect">
            <a:avLst/>
          </a:prstGeom>
          <a:solidFill>
            <a:srgbClr val="B463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2825496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A2947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project image here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166360" y="137160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B463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DESCRIPTION</a:t>
            </a:r>
            <a:endParaRPr lang="en-US" sz="950" dirty="0"/>
          </a:p>
        </p:txBody>
      </p:sp>
      <p:sp>
        <p:nvSpPr>
          <p:cNvPr id="11" name="Description box">
            <a:extLs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5166360" y="1645920"/>
            <a:ext cx="34290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5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330952" y="1773936"/>
            <a:ext cx="309981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i="1" dirty="0" smtClean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Rooftop Solar PV project at Amazon, Jeddah, Saudi Arabia. Delivered as a Turnkey EPC project to support clean and renewable energy generation. </a:t>
            </a:r>
            <a:endParaRPr lang="en-US" sz="1050" dirty="0"/>
          </a:p>
        </p:txBody>
      </p:sp>
      <p:sp>
        <p:nvSpPr>
          <p:cNvPr id="13" name="Text 11">
            <a:extLs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5166360" y="315468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B463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FACTS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166360" y="3483864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A81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Capacity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72200" y="345643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smtClean="0">
                <a:solidFill>
                  <a:srgbClr val="4541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2.06 </a:t>
            </a:r>
            <a:r>
              <a:rPr lang="en-US" sz="1000" dirty="0">
                <a:solidFill>
                  <a:srgbClr val="4541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MWp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166360" y="3739896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A81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72200" y="3739896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41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Jeddah, Saudi Arabia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166360" y="402336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A81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72200" y="402336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41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Turnkey EPC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166360" y="4306824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A81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Status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72200" y="4306824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41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Completed</a:t>
            </a:r>
            <a:endParaRPr lang="en-US" sz="1000" dirty="0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1" y="1368079"/>
            <a:ext cx="4343400" cy="32039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E7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B4632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B463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01  ·  SITE GALLERY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B29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Amazon Jeddah Solar PV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760720" y="78638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81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Images &amp; delivery notes</a:t>
            </a:r>
            <a:endParaRPr lang="en-US" sz="1100" dirty="0"/>
          </a:p>
        </p:txBody>
      </p:sp>
      <p:sp>
        <p:nvSpPr>
          <p:cNvPr id="6" name="Header rule">
            <a:extLs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188720"/>
            <a:ext cx="8046720" cy="13716"/>
          </a:xfrm>
          <a:prstGeom prst="rect">
            <a:avLst/>
          </a:prstGeom>
          <a:solidFill>
            <a:srgbClr val="E2D6C3"/>
          </a:solidFill>
          <a:ln/>
        </p:spPr>
      </p:sp>
      <p:sp>
        <p:nvSpPr>
          <p:cNvPr id="7" name="Image placeholder frame">
            <a:extLs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371600"/>
            <a:ext cx="2560320" cy="1965960"/>
          </a:xfrm>
          <a:prstGeom prst="rect">
            <a:avLst/>
          </a:prstGeom>
          <a:solidFill>
            <a:srgbClr val="E4DACA"/>
          </a:solidFill>
          <a:ln w="12700">
            <a:solidFill>
              <a:srgbClr val="CBBDA6"/>
            </a:solidFill>
            <a:prstDash val="dash"/>
          </a:ln>
        </p:spPr>
      </p:sp>
      <p:sp>
        <p:nvSpPr>
          <p:cNvPr id="8" name="Placeholder mark">
            <a:extLs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1682496" y="2098548"/>
            <a:ext cx="292608" cy="32004"/>
          </a:xfrm>
          <a:prstGeom prst="rect">
            <a:avLst/>
          </a:prstGeom>
          <a:solidFill>
            <a:srgbClr val="B4632B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20827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A2947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image</a:t>
            </a:r>
            <a:endParaRPr lang="en-US" sz="1050" dirty="0"/>
          </a:p>
        </p:txBody>
      </p:sp>
      <p:sp>
        <p:nvSpPr>
          <p:cNvPr id="10" name="Image placeholder frame">
            <a:extLs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3291840" y="1371600"/>
            <a:ext cx="2560320" cy="1965960"/>
          </a:xfrm>
          <a:prstGeom prst="rect">
            <a:avLst/>
          </a:prstGeom>
          <a:solidFill>
            <a:srgbClr val="E4DACA"/>
          </a:solidFill>
          <a:ln w="12700">
            <a:solidFill>
              <a:srgbClr val="CBBDA6"/>
            </a:solidFill>
            <a:prstDash val="dash"/>
          </a:ln>
        </p:spPr>
      </p:sp>
      <p:sp>
        <p:nvSpPr>
          <p:cNvPr id="11" name="Placeholder mark">
            <a:extLs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4425696" y="2098548"/>
            <a:ext cx="292608" cy="32004"/>
          </a:xfrm>
          <a:prstGeom prst="rect">
            <a:avLst/>
          </a:prstGeom>
          <a:solidFill>
            <a:srgbClr val="B4632B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220827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A2947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image</a:t>
            </a:r>
            <a:endParaRPr lang="en-US" sz="1050" dirty="0"/>
          </a:p>
        </p:txBody>
      </p:sp>
      <p:sp>
        <p:nvSpPr>
          <p:cNvPr id="13" name="Image placeholder frame">
            <a:extLs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6035040" y="1371600"/>
            <a:ext cx="2560320" cy="1965960"/>
          </a:xfrm>
          <a:prstGeom prst="rect">
            <a:avLst/>
          </a:prstGeom>
          <a:solidFill>
            <a:srgbClr val="E4DACA"/>
          </a:solidFill>
          <a:ln w="12700">
            <a:solidFill>
              <a:srgbClr val="CBBDA6"/>
            </a:solidFill>
            <a:prstDash val="dash"/>
          </a:ln>
        </p:spPr>
      </p:sp>
      <p:sp>
        <p:nvSpPr>
          <p:cNvPr id="14" name="Placeholder mark">
            <a:extLs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7168896" y="2098548"/>
            <a:ext cx="292608" cy="32004"/>
          </a:xfrm>
          <a:prstGeom prst="rect">
            <a:avLst/>
          </a:prstGeom>
          <a:solidFill>
            <a:srgbClr val="B4632B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220827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A2947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image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356616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B463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DELIVERY NOTES</a:t>
            </a:r>
            <a:endParaRPr lang="en-US" sz="950" dirty="0"/>
          </a:p>
        </p:txBody>
      </p:sp>
      <p:sp>
        <p:nvSpPr>
          <p:cNvPr id="17" name="Description box">
            <a:extLs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840480"/>
            <a:ext cx="80467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5C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3968496"/>
            <a:ext cx="771753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i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r>
              <a:rPr lang="en-US" sz="1050" i="1" dirty="0" smtClean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uccessfully delivered and Supported the installation of the Solar PV Project, ensuring safe, timely, and efficient project execution in line with required quality and safety standards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" y="1371600"/>
            <a:ext cx="2560320" cy="196596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6760" y="1371600"/>
            <a:ext cx="2611120" cy="196596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8542" y="1371601"/>
            <a:ext cx="2570026" cy="19659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69bb12b3-bfde-429c-849c-033ed9888e64}" enabled="1" method="Standard" siteId="{90e86ad0-d91a-47cc-9924-6e7b30fcba52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1596</TotalTime>
  <Words>113</Words>
  <Application>Microsoft Office PowerPoint</Application>
  <PresentationFormat>On-screen Show (16:9)</PresentationFormat>
  <Paragraphs>25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Georgia</vt:lpstr>
      <vt:lpstr>Trebuchet MS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Fiza Zareen</dc:creator>
  <cp:lastModifiedBy>Fiza Zareen</cp:lastModifiedBy>
  <cp:revision>35</cp:revision>
  <dcterms:created xsi:type="dcterms:W3CDTF">2026-08-13T11:24:59Z</dcterms:created>
  <dcterms:modified xsi:type="dcterms:W3CDTF">2026-08-23T12:26:00Z</dcterms:modified>
</cp:coreProperties>
</file>